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goose CLI — Supported Commands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Commands:</a:t>
            </a:r>
          </a:p>
          <a:p>
            <a:pPr lvl="1"/>
            <a:r>
              <a:t>• configure: Configure goose settings</a:t>
            </a:r>
          </a:p>
          <a:p>
            <a:pPr lvl="1"/>
            <a:r>
              <a:t>• info: Display goose information</a:t>
            </a:r>
          </a:p>
          <a:p>
            <a:pPr lvl="1"/>
            <a:r>
              <a:t>• doctor: Check that your Goose setup is working</a:t>
            </a:r>
          </a:p>
          <a:p>
            <a:pPr lvl="1"/>
            <a:r>
              <a:t>• mcp: Run one of the mcp servers bundled with goose</a:t>
            </a:r>
          </a:p>
          <a:p>
            <a:pPr lvl="1"/>
            <a:r>
              <a:t>• acp: Run goose as an ACP agent server on stdio</a:t>
            </a:r>
          </a:p>
          <a:p>
            <a:pPr lvl="1"/>
            <a:r>
              <a:t>• serve: Start ACP server over HTTP and WebSocket</a:t>
            </a:r>
          </a:p>
          <a:p>
            <a:pPr lvl="1"/>
            <a:r>
              <a:t>• session (alias: s): Start or resume interactive chat sessions</a:t>
            </a:r>
          </a:p>
          <a:p>
            <a:pPr lvl="1"/>
            <a:r>
              <a:t>• project (alias: p): Open the last project directory</a:t>
            </a:r>
          </a:p>
          <a:p>
            <a:pPr lvl="1"/>
            <a:r>
              <a:t>• projects (alias: ps): List recent project directories</a:t>
            </a:r>
          </a:p>
          <a:p>
            <a:pPr lvl="1"/>
            <a:r>
              <a:t>• run: Execute commands from an instruction file or stdin</a:t>
            </a:r>
          </a:p>
          <a:p>
            <a:pPr lvl="1"/>
            <a:r>
              <a:t>• recipe: Recipe utilities for validation and deeplinking</a:t>
            </a:r>
          </a:p>
          <a:p>
            <a:pPr lvl="1"/>
            <a:r>
              <a:t>• skills: Skill utilities</a:t>
            </a:r>
          </a:p>
          <a:p>
            <a:pPr lvl="1"/>
            <a:r>
              <a:t>• plugin: Manage plugins</a:t>
            </a:r>
          </a:p>
          <a:p>
            <a:pPr lvl="1"/>
            <a:r>
              <a:t>• schedule (alias: sched): Manage scheduled jobs</a:t>
            </a:r>
          </a:p>
          <a:p>
            <a:pPr lvl="1"/>
            <a:r>
              <a:t>• gateway (alias: gw): Manage gateways for external platform integrations</a:t>
            </a:r>
          </a:p>
          <a:p>
            <a:pPr lvl="1"/>
            <a:r>
              <a:t>• update: Update the goose CLI version</a:t>
            </a:r>
          </a:p>
          <a:p>
            <a:pPr lvl="1"/>
            <a:r>
              <a:t>• term: Terminal-integrated goose session</a:t>
            </a:r>
          </a:p>
          <a:p>
            <a:pPr lvl="1"/>
            <a:r>
              <a:t>• tui: Launch the goose terminal UI</a:t>
            </a:r>
          </a:p>
          <a:p>
            <a:pPr lvl="1"/>
            <a:r>
              <a:t>• local-models (alias: lm): Manage local inference models</a:t>
            </a:r>
          </a:p>
          <a:p>
            <a:pPr lvl="1"/>
            <a:r>
              <a:t>• completion: Generate the autocompletion script or Nushell module for the specified shell</a:t>
            </a:r>
          </a:p>
          <a:p>
            <a:pPr lvl="1"/>
            <a:r>
              <a:t>• review: Review the current diff using goose</a:t>
            </a:r>
          </a:p>
          <a:p>
            <a:pPr lvl="1"/>
            <a:r>
              <a:t>• help: Print this message or help for a given subcommand</a:t>
            </a:r>
          </a:p>
          <a:p>
            <a:br/>
            <a:r>
              <a:t>Global options:</a:t>
            </a:r>
          </a:p>
          <a:p>
            <a:pPr lvl="1"/>
            <a:r>
              <a:t>• -h, --help — Print help</a:t>
            </a:r>
          </a:p>
          <a:p>
            <a:pPr lvl="1"/>
            <a:r>
              <a:t>• -V, --version — Print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