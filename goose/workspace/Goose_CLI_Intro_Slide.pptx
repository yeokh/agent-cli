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latin typeface="Calibri"/>
              </a:defRPr>
            </a:pPr>
            <a:r>
              <a:t>Goose CLI — Quick Intro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latin typeface="Calibri"/>
              </a:defRPr>
            </a:pPr>
            <a:r>
              <a:t>Run Goose from the command line to create, manage, and execute agents/recipes.</a:t>
            </a:r>
          </a:p>
          <a:p>
            <a:pPr>
              <a:defRPr sz="2200">
                <a:latin typeface="Calibri"/>
              </a:defRPr>
            </a:pPr>
            <a:r>
              <a:t>Key actions (examples):</a:t>
            </a:r>
          </a:p>
          <a:p>
            <a:pPr lvl="1">
              <a:defRPr sz="2200">
                <a:latin typeface="Calibri"/>
              </a:defRPr>
            </a:pPr>
            <a:r>
              <a:t>goose list-apps</a:t>
            </a:r>
          </a:p>
          <a:p>
            <a:pPr lvl="1">
              <a:defRPr sz="2200">
                <a:latin typeface="Calibri"/>
              </a:defRPr>
            </a:pPr>
            <a:r>
              <a:t>goose create-app "&lt;description&gt;"</a:t>
            </a:r>
          </a:p>
          <a:p>
            <a:pPr lvl="1">
              <a:defRPr sz="2200">
                <a:latin typeface="Calibri"/>
              </a:defRPr>
            </a:pPr>
            <a:r>
              <a:t>goose run &lt;recipe&gt;</a:t>
            </a:r>
          </a:p>
          <a:p>
            <a:pPr lvl="1">
              <a:defRPr sz="2200">
                <a:latin typeface="Calibri"/>
              </a:defRPr>
            </a:pPr>
            <a:r>
              <a:t>goose schedule &lt;cron&gt; &lt;recipe&gt;</a:t>
            </a:r>
          </a:p>
          <a:p>
            <a:pPr>
              <a:defRPr sz="2200">
                <a:latin typeface="Calibri"/>
              </a:defRPr>
            </a:pPr>
            <a:r>
              <a:t>Use flags for config, provider/model, and output/artifacts.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Calibri"/>
              </a:defRPr>
            </a:pPr>
            <a:r>
              <a:t>Tip: Use --help on any command for full usage.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