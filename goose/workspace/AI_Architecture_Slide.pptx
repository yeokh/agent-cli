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Application &amp; Agentic AI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Application — LLM as a Peer Service</a:t>
            </a:r>
          </a:p>
          <a:p>
            <a:pPr/>
          </a:p>
          <a:p>
            <a:pPr/>
            <a:r>
              <a:t>• Libraries &amp; Modules → Function calls → Return values</a:t>
            </a:r>
          </a:p>
          <a:p>
            <a:pPr/>
            <a:r>
              <a:t>• Database Server → SQL queries → Records</a:t>
            </a:r>
          </a:p>
          <a:p>
            <a:pPr/>
            <a:r>
              <a:t>• API Services → REST/GraphQL → JSON/XML</a:t>
            </a:r>
          </a:p>
          <a:p>
            <a:pPr/>
            <a:r>
              <a:t>• LLM Service → Prompt/context → Text/tool calls</a:t>
            </a:r>
          </a:p>
          <a:p>
            <a:pPr/>
          </a:p>
          <a:p>
            <a:pPr/>
            <a:r>
              <a:t>Agentic AI Loop</a:t>
            </a:r>
          </a:p>
          <a:p>
            <a:pPr/>
          </a:p>
          <a:p>
            <a:pPr/>
            <a:r>
              <a:t>1. Perceive input/context</a:t>
            </a:r>
          </a:p>
          <a:p>
            <a:pPr/>
            <a:r>
              <a:t>2. LLM reasons &amp; selects action</a:t>
            </a:r>
          </a:p>
          <a:p>
            <a:pPr/>
            <a:r>
              <a:t>3. Calls tools (DB, API, libraries)</a:t>
            </a:r>
          </a:p>
          <a:p>
            <a:pPr/>
            <a:r>
              <a:t>4. Observes results &amp; updates context</a:t>
            </a:r>
          </a:p>
          <a:p>
            <a:pPr/>
            <a:r>
              <a:t>5. Returns final answer (or repeats loop)</a:t>
            </a:r>
          </a:p>
          <a:p>
            <a:pPr/>
          </a:p>
          <a:p>
            <a:pPr/>
            <a:r>
              <a:t>Memory &amp; Tools</a:t>
            </a:r>
          </a:p>
          <a:p>
            <a:pPr/>
          </a:p>
          <a:p>
            <a:pPr/>
            <a:r>
              <a:t>• Short-term: Context window</a:t>
            </a:r>
          </a:p>
          <a:p>
            <a:pPr/>
            <a:r>
              <a:t>• Long-term: External/vector DB</a:t>
            </a:r>
          </a:p>
          <a:p>
            <a:pPr/>
            <a:r>
              <a:t>• Tool registry: Callable 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